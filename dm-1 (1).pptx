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940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30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28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  |  CRT Green Corridor for Ambulances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    SANJIVANI COLLEGE OF ENGINEERING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818387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0E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Kopargaon, Maharashtra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264920"/>
            <a:ext cx="7863840" cy="0"/>
          </a:xfrm>
          <a:prstGeom prst="line">
            <a:avLst/>
          </a:prstGeom>
          <a:noFill/>
          <a:ln w="12700">
            <a:solidFill>
              <a:srgbClr val="3C5A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1980" y="1719834"/>
            <a:ext cx="7863840" cy="84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Ambulance Routing and Traffic Signal Priority Using the Chinese Remainder Theorem (CRT)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46620"/>
              </p:ext>
            </p:extLst>
          </p:nvPr>
        </p:nvGraphicFramePr>
        <p:xfrm>
          <a:off x="1607820" y="2806827"/>
          <a:ext cx="5669280" cy="15240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Name of Student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PRN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1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Sakshi Sonawane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0126UCSF2012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2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Pratiksha Mali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0126UCSF2013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3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Sakshi Surse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0126UCSF2014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4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Sujit Rathod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imes New Roman" pitchFamily="18" charset="0"/>
                          <a:ea typeface="Calibri" pitchFamily="34" charset="-122"/>
                          <a:cs typeface="Times New Roman" pitchFamily="18" charset="0"/>
                        </a:rPr>
                        <a:t>0126UCSM2015</a:t>
                      </a:r>
                      <a:endParaRPr lang="en-US" sz="1400" dirty="0">
                        <a:latin typeface="Times New Roman" pitchFamily="18" charset="0"/>
                        <a:ea typeface="Calibri" charset="0"/>
                        <a:cs typeface="Times New Roman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71500" y="4576573"/>
            <a:ext cx="7315200" cy="544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D0E3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Under the guidance of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Prof. </a:t>
            </a:r>
            <a:r>
              <a:rPr lang="en-US" sz="1600" b="1" dirty="0" err="1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S.N.Gunjal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 descr="Sanjivani College of Engineering | Kopargaon, Maharashtra">
            <a:extLst>
              <a:ext uri="{FF2B5EF4-FFF2-40B4-BE49-F238E27FC236}">
                <a16:creationId xmlns:a16="http://schemas.microsoft.com/office/drawing/2014/main" id="{DDE51165-EFD3-DC27-A183-8F1BB145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9441"/>
            <a:ext cx="893158" cy="9383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51206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lose valuable minutes at red signals and in congested city traffic.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emergency, every minute of delay can reduce a patient’s chance of survival.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traffic signal runs on its own cycle time and start offset, so signals are rarely green together.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models every signal as a modular congruence and uses the Chinese Remainder Theorem (CRT) to find the earliest time when all signals on the route are green one after another.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green corridor so the ambulance reaches the hospital faster and more safely.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852160" y="1097280"/>
            <a:ext cx="2834640" cy="16002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1097280"/>
            <a:ext cx="73152" cy="160020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signals force the ambulance to stop again and again.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2880360"/>
            <a:ext cx="2834640" cy="16916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880360"/>
            <a:ext cx="73152" cy="1691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329184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number theory (CRT) to synchronise signals along the route.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3474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signals along an ambulance route work independently, each with a different cycle time and start offset. This causes repeated stops and delays. We need a mathematical method to find the earliest moment when all signals on the route are green for the ambulance.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051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463040"/>
            <a:ext cx="42976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ambulance travel time to the hospital.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traffic signal as a modular congruence.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CRT to compute the earliest common green time.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green corridor for emergency vehicles.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safety for patients, drivers and other road users.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Remainder Theorem (CRT)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48056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solves a system of simultaneous congruences.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moduli m₁, m₂, …, mₖ are pairwise coprime, the system has exactly one solution modulo N = m₁ × m₂ × … × mₖ.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described by Chinese mathematicians over 1,500 years ago and is used today in cryptography, scheduling and computing.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it tells us when different repeating cycles line up at the same moment.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212080" y="1097280"/>
            <a:ext cx="3474720" cy="3474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0" y="1097280"/>
            <a:ext cx="73152" cy="3474720"/>
          </a:xfrm>
          <a:prstGeom prst="rect">
            <a:avLst/>
          </a:prstGeom>
          <a:solidFill>
            <a:srgbClr val="12304F"/>
          </a:solidFill>
          <a:ln w="12700">
            <a:solidFill>
              <a:srgbClr val="1230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406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55448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≡ a₁ (mod m₁)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≡ a₂ (mod m₂)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≡ a₃ (mod m₃)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Σ aᵢ · Nᵢ · yᵢ  (mod N)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Nᵢ = N / mᵢ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= inverse of Nᵢ (mod mᵢ)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Traffic Signals with CRT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time of a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 mᵢ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at which the signal turns green (adjusted for travel time)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 aᵢ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when the ambulance starts its trip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time all signals are green in sequence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positive x in the 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of the whole pattern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 = m₁ × m₂ × … units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i gives one congruence:  x ≡ aᵢ (mod mᵢ). Travel time to that signal is subtracted so the light is green exactly when the ambulance arrives.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3200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51760"/>
            <a:ext cx="1353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signal cycle times, offsets and travel times between signals.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25980" y="1188720"/>
            <a:ext cx="1554480" cy="3200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3140" y="132588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631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3570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Congruences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35708" y="2651760"/>
            <a:ext cx="1353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congruence x ≡ aᵢ (mod mᵢ) for every signal.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94760" y="1188720"/>
            <a:ext cx="1554480" cy="3200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32588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0448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Coprime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04488" y="2651760"/>
            <a:ext cx="1353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cycle times are pairwise coprime for a unique solution.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3540" y="1188720"/>
            <a:ext cx="1554480" cy="3200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00700" y="132588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007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326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73268" y="2651760"/>
            <a:ext cx="1353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N, Nᵢ, inverses yᵢ and the sum to get x.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188720"/>
            <a:ext cx="1554480" cy="32004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32588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42048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Corridor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2651760"/>
            <a:ext cx="13533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ambulance at time x so every signal is green on arrival.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17155-A7C5-16DA-1A93-3B9D226D88A6}"/>
              </a:ext>
            </a:extLst>
          </p:cNvPr>
          <p:cNvSpPr txBox="1"/>
          <p:nvPr/>
        </p:nvSpPr>
        <p:spPr>
          <a:xfrm>
            <a:off x="449580" y="129540"/>
            <a:ext cx="32461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219B5-0A74-6722-F535-2193B1C1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1" y="861059"/>
            <a:ext cx="4366259" cy="4158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D2BB77-A959-CEFB-DC4F-D7D1759E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80" y="861058"/>
            <a:ext cx="4297680" cy="415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9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A4FE7-5F23-8D0B-4BEC-680CC035D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0" y="994354"/>
            <a:ext cx="4271227" cy="3482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7B766D-98F5-815A-D174-2E1A44184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94354"/>
            <a:ext cx="4150578" cy="348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EE70FC-AA6E-B6C6-5EDD-C94370DD4095}"/>
              </a:ext>
            </a:extLst>
          </p:cNvPr>
          <p:cNvSpPr txBox="1"/>
          <p:nvPr/>
        </p:nvSpPr>
        <p:spPr>
          <a:xfrm>
            <a:off x="274320" y="178895"/>
            <a:ext cx="259019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171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Applications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ambulance response and hospital arrival.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mathematically guaranteed solution.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calculation, no heavy hardware needed.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stops, so lower accident risk at junctions.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number of signals on a route.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traffic management systems.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routes for fire brigades and police.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and ambulance control rooms.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and disaster-relief convoy movement.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scheduling and simulation.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and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228600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times must be pairwise coprime.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 and road conditions vary.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accurate signal timing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097280"/>
            <a:ext cx="73152" cy="2286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of the ambulance.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IoT-controlled smart signals.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CRT for non-coprime cycles.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2304F"/>
          </a:solidFill>
          <a:ln w="12700">
            <a:solidFill>
              <a:srgbClr val="1230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gives a simple and exact way to synchronise traffic signals, creating a green corridor that saves time when every second matters.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7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pPr algn="l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2743200" cy="0"/>
          </a:xfrm>
          <a:prstGeom prst="line">
            <a:avLst/>
          </a:prstGeom>
          <a:noFill/>
          <a:ln w="38100">
            <a:solidFill>
              <a:srgbClr val="D726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785</Words>
  <Application>Microsoft Office PowerPoint</Application>
  <PresentationFormat>On-screen Show (16:9)</PresentationFormat>
  <Paragraphs>125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Ambulance Routing and Traffic Signal Priority Using CRT</dc:title>
  <dc:subject>PptxGenJS Presentation</dc:subject>
  <dc:creator>Sanjivani College of Engineering</dc:creator>
  <cp:lastModifiedBy>919730646217</cp:lastModifiedBy>
  <cp:revision>4</cp:revision>
  <cp:lastPrinted>2026-10-16T18:11:17Z</cp:lastPrinted>
  <dcterms:created xsi:type="dcterms:W3CDTF">2026-10-07T05:58:59Z</dcterms:created>
  <dcterms:modified xsi:type="dcterms:W3CDTF">2026-10-16T18:16:58Z</dcterms:modified>
</cp:coreProperties>
</file>